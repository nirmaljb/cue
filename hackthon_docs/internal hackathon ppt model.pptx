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91" r:id="rId2"/>
    <p:sldId id="281" r:id="rId3"/>
    <p:sldId id="300" r:id="rId4"/>
    <p:sldId id="290" r:id="rId5"/>
    <p:sldId id="293" r:id="rId6"/>
    <p:sldId id="294" r:id="rId7"/>
    <p:sldId id="299" r:id="rId8"/>
    <p:sldId id="296" r:id="rId9"/>
    <p:sldId id="301" r:id="rId10"/>
    <p:sldId id="297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EDF8E-6A41-124A-11CC-54410174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8D2992-F47A-0C16-4EA5-724C5A6A3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071C287-098F-2367-BD35-4C4BED8564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D797BCFB-4114-46DA-696A-4574ED37B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720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23369" y="-44887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INTERNAL  HACKATHON 2026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DEPARTMENT OF COMPUTER SCIENCE 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3369" y="2212362"/>
            <a:ext cx="5924550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B5BB-9C90-9B05-137C-5C56A213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07187-DA60-C137-4862-20D6D2169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B4148-F463-04BB-6621-C5E4A954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4F7E8C-477E-19F4-3E34-69AE4B1F3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B819400B-3D9C-DB58-B098-725B7A0164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574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08DDE-D634-2261-5381-33B9946B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583B36E-C3F8-7710-32A2-0DB3A6AF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0FCE42E5-ED60-B4AF-CF83-91BB375E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3EBDB12D-6A00-85E5-CB82-6320B55C7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99724-3C21-89FB-DF28-03B9360E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t>7</a:t>
            </a:r>
          </a:p>
        </p:txBody>
      </p:sp>
      <p:pic>
        <p:nvPicPr>
          <p:cNvPr id="8" name="Google Shape;93;p2">
            <a:extLst>
              <a:ext uri="{FF2B5EF4-FFF2-40B4-BE49-F238E27FC236}">
                <a16:creationId xmlns:a16="http://schemas.microsoft.com/office/drawing/2014/main" id="{9F209905-73DA-E8AD-D3CE-886CD87F22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247A5176-CC26-CC01-2497-4346D872191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916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046D-2FEB-85E4-F42A-C7892CB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 Screenshot of DEMO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DB9B2-6A08-A11C-A107-169B4A8C7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A7F2B-31EC-BBB2-9E1E-BE403FE1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CE914-78BC-61C1-C5B5-D83B2A5FB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F8D72C-D1A5-D7DF-BFA5-42334BD8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96E1EBE2-956B-13C3-9A01-2F39C5EDA7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288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(10).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7492</TotalTime>
  <Words>298</Words>
  <Application>Microsoft Office PowerPoint</Application>
  <PresentationFormat>Widescreen</PresentationFormat>
  <Paragraphs>63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INTERNAL  HACKATHON 2026 DEPARTMENT OF COMPUTER SCIENCE </vt:lpstr>
      <vt:lpstr> IDEA TITLE</vt:lpstr>
      <vt:lpstr>PowerPoint Presentation</vt:lpstr>
      <vt:lpstr>TECHNICAL APPROACH</vt:lpstr>
      <vt:lpstr>FEASIBILITY AND VIABILITY</vt:lpstr>
      <vt:lpstr>IMPACT AND BENEFITS</vt:lpstr>
      <vt:lpstr>IMPACT AND BENEFITS</vt:lpstr>
      <vt:lpstr>RESEARCH  AND REFERENCES</vt:lpstr>
      <vt:lpstr>One Screenshot of DEMO 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Saravanan Arivunambi</cp:lastModifiedBy>
  <cp:revision>147</cp:revision>
  <dcterms:created xsi:type="dcterms:W3CDTF">2013-12-12T18:46:50Z</dcterms:created>
  <dcterms:modified xsi:type="dcterms:W3CDTF">2026-01-19T10:48:47Z</dcterms:modified>
  <cp:category/>
</cp:coreProperties>
</file>